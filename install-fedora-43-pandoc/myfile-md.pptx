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My document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Rogelio Prieto A.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june 206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Section: Learning to edit using LaTeX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system is so interesting to build new documents with specific style.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Subtitle 01</a:t>
            </a:r>
          </a:p>
          <a:p>
            <a:pPr lvl="0" indent="0" marL="0">
              <a:buNone/>
            </a:pPr>
            <a:r>
              <a:rPr/>
              <a:t>This text is inside the subtitle 01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Section: Compile and get PDF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this line: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document</dc:title>
  <dc:creator>Rogelio Prieto A.</dc:creator>
  <cp:keywords/>
  <dcterms:created xsi:type="dcterms:W3CDTF">2026-06-21T03:31:24Z</dcterms:created>
  <dcterms:modified xsi:type="dcterms:W3CDTF">2026-06-21T03:31:24Z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june 206</vt:lpwstr>
  </property>
</Properties>
</file>